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6640-B346-E7F0-5BA1-AA99856CBB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40989B-5C90-B185-68FE-2CC94B2CD1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3E099B-C70A-38A9-EE77-60C99E83B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81051F-30F7-5007-094D-97773608FB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7A8A6-A3D9-AA0B-93A9-32B714937F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8700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FB9AB-F3F4-440F-0D9C-DFA0AF25D1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37A56-938E-755C-A322-FD95DCD2D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8660B7-BC0D-D396-D97C-05C685B50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3350E-8035-7C69-088B-12F88C2EFA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8734B0-90E1-E5A6-6F2E-EE39995D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47540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F6A68-CFC2-EE05-F0C7-4500BFC956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40FDE-4C13-FD1D-FA11-94C447FA73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F032C-CA9B-193F-442C-971D47058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AE02B-F1F8-1956-5948-4A45EF28EE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A773C-0477-4BDD-ED8A-F5AE68717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168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3494B-1472-6471-05F4-FE64AAAEA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8A566E-B10D-0817-4943-93E0613C03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EB5F9F3-D5BD-8CF1-F51F-5737893187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84DB3F-24F1-E1F6-559C-230CAED6D3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663153-1303-1D83-5496-322AD13B8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68D71C-412F-DA48-5FAD-950D67B095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4647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07125-0424-2E45-987E-1FBFCAD85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383090-A6BC-0A96-49E7-B615519EDC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14C024-2318-9578-5B17-10A4DA41D1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B33104-EF4F-46CE-0132-88282D3501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EDB949E-8B6C-6D54-8017-FC0C01B26F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B373A-37AB-3326-848C-70FD062CF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E0C780-E81E-0B2B-160B-1CE95EF28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DAE9BE-72DB-BAD5-DF6E-FDF1D190E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407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4C4E6-FB7A-C65E-DEA7-432C6FF38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E1CAD1B-AAB0-BD22-69C2-B170A1921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9BC8FA-8F51-7833-4065-805B31778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91C7D0-756E-33E9-DA45-7F24B7759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6181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333875-F7AF-BD7C-24B3-B417DE1F0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84398C1-8123-339C-AAA7-9858051A3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14D8D2-1177-C90F-0D0F-640C2A05B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213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D41C4C-6B15-60C2-199E-57A123CC4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1F802-AF37-9DAB-5003-E7986549A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796B8C0-768B-CABB-5FF5-D8359E415F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EECF8A-F467-74B8-E412-39C49997E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23354F-C0EB-EE03-81D9-27BE55DED8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CFDBAA-F68C-9C26-71C3-85C56C984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135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7A96B-3E20-1037-FE06-B1F6D8F34E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112221-A202-C60E-CEF5-71CDBAA7FD0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53FFC-5A5F-9B1F-B688-448E3EF14F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92F8D0-221E-26CF-3ECB-734C5CDD92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2A70F6-E396-94F3-0D1F-0571AB8EAA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745548-789C-DA27-22DF-812F4B22E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168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2D87AE-BCC4-2836-7761-BEFFFF610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7B7876-C453-B0D3-9251-9FDDAE55FA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B6CB0-AA6E-834F-2851-CBE4A0399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FADD32-8103-F676-7765-DF5D380A7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FF52D-9346-98A7-9A4B-DB93221234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49529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438E35D-692B-230D-3AF4-89A806983F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3F22D0-B373-ED4A-58DA-9EAADE6A09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843A28-6FE7-DF9C-C1B6-92B215BCAC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AE18F-B1C6-2BB8-60CE-7C4E8346D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AF779F-E91D-1444-F0C1-E9723C5924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974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B986B9-CE4E-2253-C86D-A0E447103A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2A068B-8041-8FCD-0D07-BBA194D160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A7AC8E-131C-46A9-3BF8-0F1EE6E971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91881DA-1B4A-4782-A1DD-0FD4E92C2783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C928B2-6457-1DDF-1E1E-C5E3F80889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5980EC-13B1-9A6D-5354-7B57C36525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EDAB7F-79F4-4E77-BC8F-83D49FC904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9928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4E7CC-F08B-392B-68FA-A0766748A9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E3E2E1F-17B6-67CB-2229-BAF3E1BD2BE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470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942B-E9BC-6384-C088-00E8752B5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FEE5EF-CA2F-7C54-BC1B-1808C4158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7987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F59D0-A487-2A87-8FD5-B9BE1C65F0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Previous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9D310F-DB9C-9807-4C95-8ED6382226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6310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043DD-537B-260D-EFCD-0B39ED3BBA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Possibilities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43364E-4D6A-AD1E-1738-170231C57E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858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65491-8A39-A081-9C7C-D5E9BEA3C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F879A1-FBAB-EF81-3FF4-00B54F3DB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601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5F305-94E6-B4C0-A932-B8870117C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thoughts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CBE85-DA91-2F1C-890F-5891AFBEEE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36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</Words>
  <Application>Microsoft Office PowerPoint</Application>
  <PresentationFormat>Widescreen</PresentationFormat>
  <Paragraphs>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Data</vt:lpstr>
      <vt:lpstr>Previous model</vt:lpstr>
      <vt:lpstr>Possibilities</vt:lpstr>
      <vt:lpstr>Findings</vt:lpstr>
      <vt:lpstr>Critical thoughts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Hayden Lamprecht</dc:creator>
  <cp:lastModifiedBy>Hayden Lamprecht</cp:lastModifiedBy>
  <cp:revision>1</cp:revision>
  <dcterms:created xsi:type="dcterms:W3CDTF">2026-04-15T22:31:31Z</dcterms:created>
  <dcterms:modified xsi:type="dcterms:W3CDTF">2026-04-15T22:32:38Z</dcterms:modified>
</cp:coreProperties>
</file>