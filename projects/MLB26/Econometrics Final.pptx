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62" r:id="rId3"/>
    <p:sldId id="266" r:id="rId4"/>
    <p:sldId id="267" r:id="rId5"/>
    <p:sldId id="258" r:id="rId6"/>
    <p:sldId id="264" r:id="rId7"/>
    <p:sldId id="265" r:id="rId8"/>
    <p:sldId id="260" r:id="rId9"/>
    <p:sldId id="26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50AB7-4C3F-4950-AE64-1BB6A3A50F15}" v="17" dt="2026-04-16T08:03:42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den Lamprecht" userId="9117dadff98bc9a8" providerId="LiveId" clId="{75D89BBE-6750-4836-8A6C-3647A355B6D2}"/>
    <pc:docChg chg="undo custSel addSld delSld modSld">
      <pc:chgData name="Hayden Lamprecht" userId="9117dadff98bc9a8" providerId="LiveId" clId="{75D89BBE-6750-4836-8A6C-3647A355B6D2}" dt="2026-04-16T12:58:24.365" v="2707" actId="14100"/>
      <pc:docMkLst>
        <pc:docMk/>
      </pc:docMkLst>
      <pc:sldChg chg="modSp mod">
        <pc:chgData name="Hayden Lamprecht" userId="9117dadff98bc9a8" providerId="LiveId" clId="{75D89BBE-6750-4836-8A6C-3647A355B6D2}" dt="2026-04-16T03:48:01.374" v="799"/>
        <pc:sldMkLst>
          <pc:docMk/>
          <pc:sldMk cId="2742470569" sldId="256"/>
        </pc:sldMkLst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2742470569" sldId="256"/>
            <ac:spMk id="2" creationId="{92F4E7CC-F08B-392B-68FA-A0766748A99B}"/>
          </ac:spMkLst>
        </pc:spChg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2742470569" sldId="256"/>
            <ac:spMk id="3" creationId="{EE3E2E1F-17B6-67CB-2229-BAF3E1BD2BEB}"/>
          </ac:spMkLst>
        </pc:spChg>
      </pc:sldChg>
      <pc:sldChg chg="del">
        <pc:chgData name="Hayden Lamprecht" userId="9117dadff98bc9a8" providerId="LiveId" clId="{75D89BBE-6750-4836-8A6C-3647A355B6D2}" dt="2026-04-16T02:59:44.543" v="671" actId="2696"/>
        <pc:sldMkLst>
          <pc:docMk/>
          <pc:sldMk cId="1119798781" sldId="257"/>
        </pc:sldMkLst>
      </pc:sldChg>
      <pc:sldChg chg="addSp delSp modSp mod setBg">
        <pc:chgData name="Hayden Lamprecht" userId="9117dadff98bc9a8" providerId="LiveId" clId="{75D89BBE-6750-4836-8A6C-3647A355B6D2}" dt="2026-04-16T07:54:45.989" v="2205" actId="12"/>
        <pc:sldMkLst>
          <pc:docMk/>
          <pc:sldMk cId="3248631073" sldId="258"/>
        </pc:sldMkLst>
        <pc:spChg chg="mod">
          <ac:chgData name="Hayden Lamprecht" userId="9117dadff98bc9a8" providerId="LiveId" clId="{75D89BBE-6750-4836-8A6C-3647A355B6D2}" dt="2026-04-16T03:50:38.284" v="810" actId="26606"/>
          <ac:spMkLst>
            <pc:docMk/>
            <pc:sldMk cId="3248631073" sldId="258"/>
            <ac:spMk id="2" creationId="{728F59D0-A487-2A87-8FD5-B9BE1C65F0B2}"/>
          </ac:spMkLst>
        </pc:spChg>
        <pc:spChg chg="del">
          <ac:chgData name="Hayden Lamprecht" userId="9117dadff98bc9a8" providerId="LiveId" clId="{75D89BBE-6750-4836-8A6C-3647A355B6D2}" dt="2026-04-16T03:46:02.334" v="672" actId="931"/>
          <ac:spMkLst>
            <pc:docMk/>
            <pc:sldMk cId="3248631073" sldId="258"/>
            <ac:spMk id="3" creationId="{FE9D310F-DB9C-9807-4C95-8ED6382226BA}"/>
          </ac:spMkLst>
        </pc:spChg>
        <pc:spChg chg="add mod">
          <ac:chgData name="Hayden Lamprecht" userId="9117dadff98bc9a8" providerId="LiveId" clId="{75D89BBE-6750-4836-8A6C-3647A355B6D2}" dt="2026-04-16T07:54:45.989" v="2205" actId="12"/>
          <ac:spMkLst>
            <pc:docMk/>
            <pc:sldMk cId="3248631073" sldId="258"/>
            <ac:spMk id="9" creationId="{7A8C65C0-0960-2909-36FD-96D32B192AAD}"/>
          </ac:spMkLst>
        </pc:spChg>
        <pc:spChg chg="add">
          <ac:chgData name="Hayden Lamprecht" userId="9117dadff98bc9a8" providerId="LiveId" clId="{75D89BBE-6750-4836-8A6C-3647A355B6D2}" dt="2026-04-16T03:50:38.284" v="810" actId="26606"/>
          <ac:spMkLst>
            <pc:docMk/>
            <pc:sldMk cId="3248631073" sldId="258"/>
            <ac:spMk id="12" creationId="{44CC594A-A820-450F-B363-C19201FCFEC6}"/>
          </ac:spMkLst>
        </pc:spChg>
        <pc:spChg chg="add">
          <ac:chgData name="Hayden Lamprecht" userId="9117dadff98bc9a8" providerId="LiveId" clId="{75D89BBE-6750-4836-8A6C-3647A355B6D2}" dt="2026-04-16T03:50:38.284" v="810" actId="26606"/>
          <ac:spMkLst>
            <pc:docMk/>
            <pc:sldMk cId="3248631073" sldId="258"/>
            <ac:spMk id="14" creationId="{59FAB3DA-E9ED-4574-ABCC-378BC0FF1BBC}"/>
          </ac:spMkLst>
        </pc:spChg>
        <pc:spChg chg="add">
          <ac:chgData name="Hayden Lamprecht" userId="9117dadff98bc9a8" providerId="LiveId" clId="{75D89BBE-6750-4836-8A6C-3647A355B6D2}" dt="2026-04-16T03:50:38.284" v="810" actId="26606"/>
          <ac:spMkLst>
            <pc:docMk/>
            <pc:sldMk cId="3248631073" sldId="258"/>
            <ac:spMk id="16" creationId="{53B8D6B0-55D6-48DC-86D8-FD95D5F118AB}"/>
          </ac:spMkLst>
        </pc:spChg>
        <pc:picChg chg="add mod ord">
          <ac:chgData name="Hayden Lamprecht" userId="9117dadff98bc9a8" providerId="LiveId" clId="{75D89BBE-6750-4836-8A6C-3647A355B6D2}" dt="2026-04-16T03:50:38.284" v="810" actId="26606"/>
          <ac:picMkLst>
            <pc:docMk/>
            <pc:sldMk cId="3248631073" sldId="258"/>
            <ac:picMk id="5" creationId="{5732D919-61B8-7A2B-8886-7175AA8117C6}"/>
          </ac:picMkLst>
        </pc:picChg>
      </pc:sldChg>
      <pc:sldChg chg="addSp delSp modSp del mod setBg delDesignElem">
        <pc:chgData name="Hayden Lamprecht" userId="9117dadff98bc9a8" providerId="LiveId" clId="{75D89BBE-6750-4836-8A6C-3647A355B6D2}" dt="2026-04-16T03:52:46.845" v="939" actId="2696"/>
        <pc:sldMkLst>
          <pc:docMk/>
          <pc:sldMk cId="1230858642" sldId="259"/>
        </pc:sldMkLst>
        <pc:spChg chg="mod">
          <ac:chgData name="Hayden Lamprecht" userId="9117dadff98bc9a8" providerId="LiveId" clId="{75D89BBE-6750-4836-8A6C-3647A355B6D2}" dt="2026-04-16T03:47:37.667" v="793" actId="26606"/>
          <ac:spMkLst>
            <pc:docMk/>
            <pc:sldMk cId="1230858642" sldId="259"/>
            <ac:spMk id="2" creationId="{60D043DD-537B-260D-EFCD-0B39ED3BBA1B}"/>
          </ac:spMkLst>
        </pc:spChg>
        <pc:spChg chg="mod">
          <ac:chgData name="Hayden Lamprecht" userId="9117dadff98bc9a8" providerId="LiveId" clId="{75D89BBE-6750-4836-8A6C-3647A355B6D2}" dt="2026-04-16T03:47:37.667" v="793" actId="26606"/>
          <ac:spMkLst>
            <pc:docMk/>
            <pc:sldMk cId="1230858642" sldId="259"/>
            <ac:spMk id="3" creationId="{2A43364E-4D6A-AD1E-1738-170231C57E31}"/>
          </ac:spMkLst>
        </pc:spChg>
        <pc:spChg chg="add del">
          <ac:chgData name="Hayden Lamprecht" userId="9117dadff98bc9a8" providerId="LiveId" clId="{75D89BBE-6750-4836-8A6C-3647A355B6D2}" dt="2026-04-16T03:47:41.945" v="795"/>
          <ac:spMkLst>
            <pc:docMk/>
            <pc:sldMk cId="1230858642" sldId="259"/>
            <ac:spMk id="8" creationId="{907EF6B7-1338-4443-8C46-6A318D952DFD}"/>
          </ac:spMkLst>
        </pc:spChg>
        <pc:spChg chg="add del">
          <ac:chgData name="Hayden Lamprecht" userId="9117dadff98bc9a8" providerId="LiveId" clId="{75D89BBE-6750-4836-8A6C-3647A355B6D2}" dt="2026-04-16T03:47:41.945" v="795"/>
          <ac:spMkLst>
            <pc:docMk/>
            <pc:sldMk cId="1230858642" sldId="259"/>
            <ac:spMk id="10" creationId="{DAAE4CDD-124C-4DCF-9584-B6033B545DD5}"/>
          </ac:spMkLst>
        </pc:spChg>
        <pc:spChg chg="add del">
          <ac:chgData name="Hayden Lamprecht" userId="9117dadff98bc9a8" providerId="LiveId" clId="{75D89BBE-6750-4836-8A6C-3647A355B6D2}" dt="2026-04-16T03:47:41.945" v="795"/>
          <ac:spMkLst>
            <pc:docMk/>
            <pc:sldMk cId="1230858642" sldId="259"/>
            <ac:spMk id="12" creationId="{081E4A58-353D-44AE-B2FC-2A74E2E400F7}"/>
          </ac:spMkLst>
        </pc:spChg>
      </pc:sldChg>
      <pc:sldChg chg="addSp delSp modSp mod">
        <pc:chgData name="Hayden Lamprecht" userId="9117dadff98bc9a8" providerId="LiveId" clId="{75D89BBE-6750-4836-8A6C-3647A355B6D2}" dt="2026-04-16T04:08:35.011" v="1788" actId="14100"/>
        <pc:sldMkLst>
          <pc:docMk/>
          <pc:sldMk cId="2369601210" sldId="260"/>
        </pc:sldMkLst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2369601210" sldId="260"/>
            <ac:spMk id="2" creationId="{2FA65491-8A39-A081-9C7C-D5E9BEA3CC01}"/>
          </ac:spMkLst>
        </pc:spChg>
        <pc:spChg chg="add del mod">
          <ac:chgData name="Hayden Lamprecht" userId="9117dadff98bc9a8" providerId="LiveId" clId="{75D89BBE-6750-4836-8A6C-3647A355B6D2}" dt="2026-04-16T04:08:05.883" v="1781" actId="20577"/>
          <ac:spMkLst>
            <pc:docMk/>
            <pc:sldMk cId="2369601210" sldId="260"/>
            <ac:spMk id="3" creationId="{01F879A1-FBAB-EF81-3FF4-00B54F3DB3AE}"/>
          </ac:spMkLst>
        </pc:spChg>
        <pc:picChg chg="add del mod ord">
          <ac:chgData name="Hayden Lamprecht" userId="9117dadff98bc9a8" providerId="LiveId" clId="{75D89BBE-6750-4836-8A6C-3647A355B6D2}" dt="2026-04-16T04:07:55.491" v="1741" actId="931"/>
          <ac:picMkLst>
            <pc:docMk/>
            <pc:sldMk cId="2369601210" sldId="260"/>
            <ac:picMk id="5" creationId="{F0E08EA2-EEF3-2F0A-B2CD-16308ED9F789}"/>
          </ac:picMkLst>
        </pc:picChg>
        <pc:picChg chg="add mod">
          <ac:chgData name="Hayden Lamprecht" userId="9117dadff98bc9a8" providerId="LiveId" clId="{75D89BBE-6750-4836-8A6C-3647A355B6D2}" dt="2026-04-16T04:08:18.180" v="1784" actId="14100"/>
          <ac:picMkLst>
            <pc:docMk/>
            <pc:sldMk cId="2369601210" sldId="260"/>
            <ac:picMk id="7" creationId="{E57EF15A-46D8-6E9F-C55E-F8A95BA7F09C}"/>
          </ac:picMkLst>
        </pc:picChg>
        <pc:picChg chg="add mod">
          <ac:chgData name="Hayden Lamprecht" userId="9117dadff98bc9a8" providerId="LiveId" clId="{75D89BBE-6750-4836-8A6C-3647A355B6D2}" dt="2026-04-16T04:08:35.011" v="1788" actId="14100"/>
          <ac:picMkLst>
            <pc:docMk/>
            <pc:sldMk cId="2369601210" sldId="260"/>
            <ac:picMk id="9" creationId="{F3115004-6FED-CBFA-51E3-CDD83CF6F24F}"/>
          </ac:picMkLst>
        </pc:picChg>
      </pc:sldChg>
      <pc:sldChg chg="modSp mod">
        <pc:chgData name="Hayden Lamprecht" userId="9117dadff98bc9a8" providerId="LiveId" clId="{75D89BBE-6750-4836-8A6C-3647A355B6D2}" dt="2026-04-16T12:26:03.606" v="2695" actId="20577"/>
        <pc:sldMkLst>
          <pc:docMk/>
          <pc:sldMk cId="3913236332" sldId="261"/>
        </pc:sldMkLst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3913236332" sldId="261"/>
            <ac:spMk id="2" creationId="{8D25F305-94E6-B4C0-A932-B8870117CE83}"/>
          </ac:spMkLst>
        </pc:spChg>
        <pc:spChg chg="mod">
          <ac:chgData name="Hayden Lamprecht" userId="9117dadff98bc9a8" providerId="LiveId" clId="{75D89BBE-6750-4836-8A6C-3647A355B6D2}" dt="2026-04-16T12:26:03.606" v="2695" actId="20577"/>
          <ac:spMkLst>
            <pc:docMk/>
            <pc:sldMk cId="3913236332" sldId="261"/>
            <ac:spMk id="3" creationId="{D0FCBE85-DA91-2F1C-890F-5891AFBEEEC3}"/>
          </ac:spMkLst>
        </pc:spChg>
      </pc:sldChg>
      <pc:sldChg chg="addSp delSp modSp new mod">
        <pc:chgData name="Hayden Lamprecht" userId="9117dadff98bc9a8" providerId="LiveId" clId="{75D89BBE-6750-4836-8A6C-3647A355B6D2}" dt="2026-04-16T07:54:06.063" v="2190" actId="12"/>
        <pc:sldMkLst>
          <pc:docMk/>
          <pc:sldMk cId="3592681227" sldId="262"/>
        </pc:sldMkLst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3592681227" sldId="262"/>
            <ac:spMk id="2" creationId="{0458B479-1DFF-090E-AB5E-F6A9FCF7FD10}"/>
          </ac:spMkLst>
        </pc:spChg>
        <pc:spChg chg="mod">
          <ac:chgData name="Hayden Lamprecht" userId="9117dadff98bc9a8" providerId="LiveId" clId="{75D89BBE-6750-4836-8A6C-3647A355B6D2}" dt="2026-04-16T07:53:24.921" v="2176" actId="20577"/>
          <ac:spMkLst>
            <pc:docMk/>
            <pc:sldMk cId="3592681227" sldId="262"/>
            <ac:spMk id="3" creationId="{650D4589-F4A6-DA60-0A13-DA40E7FD8D99}"/>
          </ac:spMkLst>
        </pc:spChg>
        <pc:spChg chg="add mod">
          <ac:chgData name="Hayden Lamprecht" userId="9117dadff98bc9a8" providerId="LiveId" clId="{75D89BBE-6750-4836-8A6C-3647A355B6D2}" dt="2026-04-16T07:54:06.063" v="2190" actId="12"/>
          <ac:spMkLst>
            <pc:docMk/>
            <pc:sldMk cId="3592681227" sldId="262"/>
            <ac:spMk id="6" creationId="{42C89103-A675-8A71-3A35-CBB42732F3E2}"/>
          </ac:spMkLst>
        </pc:spChg>
        <pc:picChg chg="add del mod">
          <ac:chgData name="Hayden Lamprecht" userId="9117dadff98bc9a8" providerId="LiveId" clId="{75D89BBE-6750-4836-8A6C-3647A355B6D2}" dt="2026-04-16T02:50:49.452" v="310" actId="21"/>
          <ac:picMkLst>
            <pc:docMk/>
            <pc:sldMk cId="3592681227" sldId="262"/>
            <ac:picMk id="5" creationId="{D4814FEF-D900-D2D2-CC7E-325E2B4CE4AF}"/>
          </ac:picMkLst>
        </pc:picChg>
      </pc:sldChg>
      <pc:sldChg chg="modSp new del mod">
        <pc:chgData name="Hayden Lamprecht" userId="9117dadff98bc9a8" providerId="LiveId" clId="{75D89BBE-6750-4836-8A6C-3647A355B6D2}" dt="2026-04-16T04:10:28.865" v="1797" actId="2696"/>
        <pc:sldMkLst>
          <pc:docMk/>
          <pc:sldMk cId="3648628957" sldId="263"/>
        </pc:sldMkLst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3648628957" sldId="263"/>
            <ac:spMk id="2" creationId="{3E78241F-4BB9-3295-112D-EAD5412F5D88}"/>
          </ac:spMkLst>
        </pc:spChg>
        <pc:spChg chg="mod">
          <ac:chgData name="Hayden Lamprecht" userId="9117dadff98bc9a8" providerId="LiveId" clId="{75D89BBE-6750-4836-8A6C-3647A355B6D2}" dt="2026-04-16T03:48:01.374" v="799"/>
          <ac:spMkLst>
            <pc:docMk/>
            <pc:sldMk cId="3648628957" sldId="263"/>
            <ac:spMk id="3" creationId="{582F0B5F-2E36-B63D-13E5-69273B9BF6D0}"/>
          </ac:spMkLst>
        </pc:spChg>
      </pc:sldChg>
      <pc:sldChg chg="modSp new del mod">
        <pc:chgData name="Hayden Lamprecht" userId="9117dadff98bc9a8" providerId="LiveId" clId="{75D89BBE-6750-4836-8A6C-3647A355B6D2}" dt="2026-04-16T03:50:35.015" v="809" actId="2696"/>
        <pc:sldMkLst>
          <pc:docMk/>
          <pc:sldMk cId="3654369269" sldId="264"/>
        </pc:sldMkLst>
        <pc:spChg chg="mod">
          <ac:chgData name="Hayden Lamprecht" userId="9117dadff98bc9a8" providerId="LiveId" clId="{75D89BBE-6750-4836-8A6C-3647A355B6D2}" dt="2026-04-16T03:50:30.739" v="808" actId="20577"/>
          <ac:spMkLst>
            <pc:docMk/>
            <pc:sldMk cId="3654369269" sldId="264"/>
            <ac:spMk id="2" creationId="{96E337BB-7D38-BDA1-BBFD-7D3DC72F0979}"/>
          </ac:spMkLst>
        </pc:spChg>
      </pc:sldChg>
      <pc:sldChg chg="addSp delSp modSp new mod">
        <pc:chgData name="Hayden Lamprecht" userId="9117dadff98bc9a8" providerId="LiveId" clId="{75D89BBE-6750-4836-8A6C-3647A355B6D2}" dt="2026-04-16T07:57:21.931" v="2245" actId="12"/>
        <pc:sldMkLst>
          <pc:docMk/>
          <pc:sldMk cId="3866767092" sldId="264"/>
        </pc:sldMkLst>
        <pc:spChg chg="mod">
          <ac:chgData name="Hayden Lamprecht" userId="9117dadff98bc9a8" providerId="LiveId" clId="{75D89BBE-6750-4836-8A6C-3647A355B6D2}" dt="2026-04-16T03:53:54.856" v="949" actId="20577"/>
          <ac:spMkLst>
            <pc:docMk/>
            <pc:sldMk cId="3866767092" sldId="264"/>
            <ac:spMk id="2" creationId="{0BE50466-0710-FE7E-DF83-4E9FDF8DCB87}"/>
          </ac:spMkLst>
        </pc:spChg>
        <pc:spChg chg="add del mod">
          <ac:chgData name="Hayden Lamprecht" userId="9117dadff98bc9a8" providerId="LiveId" clId="{75D89BBE-6750-4836-8A6C-3647A355B6D2}" dt="2026-04-16T07:57:21.931" v="2245" actId="12"/>
          <ac:spMkLst>
            <pc:docMk/>
            <pc:sldMk cId="3866767092" sldId="264"/>
            <ac:spMk id="3" creationId="{4F2DCBED-85EC-12D7-723B-33B55383CEF3}"/>
          </ac:spMkLst>
        </pc:spChg>
        <pc:spChg chg="add mod">
          <ac:chgData name="Hayden Lamprecht" userId="9117dadff98bc9a8" providerId="LiveId" clId="{75D89BBE-6750-4836-8A6C-3647A355B6D2}" dt="2026-04-16T07:56:04.155" v="2216" actId="767"/>
          <ac:spMkLst>
            <pc:docMk/>
            <pc:sldMk cId="3866767092" sldId="264"/>
            <ac:spMk id="4" creationId="{7F27BCBE-D0EF-36D5-4C1E-1AA8A303B1A4}"/>
          </ac:spMkLst>
        </pc:spChg>
        <pc:spChg chg="add mod">
          <ac:chgData name="Hayden Lamprecht" userId="9117dadff98bc9a8" providerId="LiveId" clId="{75D89BBE-6750-4836-8A6C-3647A355B6D2}" dt="2026-04-16T07:56:00.781" v="2214"/>
          <ac:spMkLst>
            <pc:docMk/>
            <pc:sldMk cId="3866767092" sldId="264"/>
            <ac:spMk id="5" creationId="{4F2DCBED-85EC-12D7-723B-33B55383CEF3}"/>
          </ac:spMkLst>
        </pc:spChg>
        <pc:spChg chg="add mod">
          <ac:chgData name="Hayden Lamprecht" userId="9117dadff98bc9a8" providerId="LiveId" clId="{75D89BBE-6750-4836-8A6C-3647A355B6D2}" dt="2026-04-16T07:56:46.705" v="2231" actId="767"/>
          <ac:spMkLst>
            <pc:docMk/>
            <pc:sldMk cId="3866767092" sldId="264"/>
            <ac:spMk id="6" creationId="{3AAC3C20-43CD-DDBF-34A7-3A701C0E0B3A}"/>
          </ac:spMkLst>
        </pc:spChg>
        <pc:spChg chg="add del mod">
          <ac:chgData name="Hayden Lamprecht" userId="9117dadff98bc9a8" providerId="LiveId" clId="{75D89BBE-6750-4836-8A6C-3647A355B6D2}" dt="2026-04-16T07:56:45.133" v="2228" actId="21"/>
          <ac:spMkLst>
            <pc:docMk/>
            <pc:sldMk cId="3866767092" sldId="264"/>
            <ac:spMk id="8" creationId="{B60BA75D-D64F-FACF-4E46-F49A010A00C9}"/>
          </ac:spMkLst>
        </pc:spChg>
      </pc:sldChg>
      <pc:sldChg chg="modSp new del mod">
        <pc:chgData name="Hayden Lamprecht" userId="9117dadff98bc9a8" providerId="LiveId" clId="{75D89BBE-6750-4836-8A6C-3647A355B6D2}" dt="2026-04-16T04:01:44.887" v="1431" actId="2696"/>
        <pc:sldMkLst>
          <pc:docMk/>
          <pc:sldMk cId="2287140024" sldId="265"/>
        </pc:sldMkLst>
        <pc:spChg chg="mod">
          <ac:chgData name="Hayden Lamprecht" userId="9117dadff98bc9a8" providerId="LiveId" clId="{75D89BBE-6750-4836-8A6C-3647A355B6D2}" dt="2026-04-16T04:01:24.374" v="1414" actId="20577"/>
          <ac:spMkLst>
            <pc:docMk/>
            <pc:sldMk cId="2287140024" sldId="265"/>
            <ac:spMk id="2" creationId="{FF165992-C2BE-FDFE-35F5-80CB2A5DE370}"/>
          </ac:spMkLst>
        </pc:spChg>
        <pc:spChg chg="mod">
          <ac:chgData name="Hayden Lamprecht" userId="9117dadff98bc9a8" providerId="LiveId" clId="{75D89BBE-6750-4836-8A6C-3647A355B6D2}" dt="2026-04-16T04:01:39.432" v="1430" actId="5793"/>
          <ac:spMkLst>
            <pc:docMk/>
            <pc:sldMk cId="2287140024" sldId="265"/>
            <ac:spMk id="3" creationId="{E9ABC307-25BE-8347-711E-7513F0E9AD47}"/>
          </ac:spMkLst>
        </pc:spChg>
      </pc:sldChg>
      <pc:sldChg chg="modSp new mod">
        <pc:chgData name="Hayden Lamprecht" userId="9117dadff98bc9a8" providerId="LiveId" clId="{75D89BBE-6750-4836-8A6C-3647A355B6D2}" dt="2026-04-16T07:57:51.838" v="2250" actId="5793"/>
        <pc:sldMkLst>
          <pc:docMk/>
          <pc:sldMk cId="2993645484" sldId="265"/>
        </pc:sldMkLst>
        <pc:spChg chg="mod">
          <ac:chgData name="Hayden Lamprecht" userId="9117dadff98bc9a8" providerId="LiveId" clId="{75D89BBE-6750-4836-8A6C-3647A355B6D2}" dt="2026-04-16T04:02:23.873" v="1474" actId="20577"/>
          <ac:spMkLst>
            <pc:docMk/>
            <pc:sldMk cId="2993645484" sldId="265"/>
            <ac:spMk id="2" creationId="{2A0C2966-8802-16C8-9649-211E88D95C31}"/>
          </ac:spMkLst>
        </pc:spChg>
        <pc:spChg chg="mod">
          <ac:chgData name="Hayden Lamprecht" userId="9117dadff98bc9a8" providerId="LiveId" clId="{75D89BBE-6750-4836-8A6C-3647A355B6D2}" dt="2026-04-16T07:57:51.838" v="2250" actId="5793"/>
          <ac:spMkLst>
            <pc:docMk/>
            <pc:sldMk cId="2993645484" sldId="265"/>
            <ac:spMk id="3" creationId="{FED01660-A730-845F-A99F-E887C6B66945}"/>
          </ac:spMkLst>
        </pc:spChg>
      </pc:sldChg>
      <pc:sldChg chg="modSp new del mod">
        <pc:chgData name="Hayden Lamprecht" userId="9117dadff98bc9a8" providerId="LiveId" clId="{75D89BBE-6750-4836-8A6C-3647A355B6D2}" dt="2026-04-16T04:02:13.292" v="1462" actId="2696"/>
        <pc:sldMkLst>
          <pc:docMk/>
          <pc:sldMk cId="3942778458" sldId="265"/>
        </pc:sldMkLst>
        <pc:spChg chg="mod">
          <ac:chgData name="Hayden Lamprecht" userId="9117dadff98bc9a8" providerId="LiveId" clId="{75D89BBE-6750-4836-8A6C-3647A355B6D2}" dt="2026-04-16T04:02:10.358" v="1461" actId="5793"/>
          <ac:spMkLst>
            <pc:docMk/>
            <pc:sldMk cId="3942778458" sldId="265"/>
            <ac:spMk id="3" creationId="{78E2B650-901A-268C-05AA-07AE7BDA8AA1}"/>
          </ac:spMkLst>
        </pc:spChg>
      </pc:sldChg>
      <pc:sldChg chg="addSp delSp modSp new mod">
        <pc:chgData name="Hayden Lamprecht" userId="9117dadff98bc9a8" providerId="LiveId" clId="{75D89BBE-6750-4836-8A6C-3647A355B6D2}" dt="2026-04-16T08:03:19.737" v="2255" actId="14100"/>
        <pc:sldMkLst>
          <pc:docMk/>
          <pc:sldMk cId="2971251357" sldId="266"/>
        </pc:sldMkLst>
        <pc:spChg chg="mod">
          <ac:chgData name="Hayden Lamprecht" userId="9117dadff98bc9a8" providerId="LiveId" clId="{75D89BBE-6750-4836-8A6C-3647A355B6D2}" dt="2026-04-16T04:09:58.810" v="1793" actId="20577"/>
          <ac:spMkLst>
            <pc:docMk/>
            <pc:sldMk cId="2971251357" sldId="266"/>
            <ac:spMk id="2" creationId="{9285154A-2727-366B-75DD-2866BE1E4F37}"/>
          </ac:spMkLst>
        </pc:spChg>
        <pc:spChg chg="del">
          <ac:chgData name="Hayden Lamprecht" userId="9117dadff98bc9a8" providerId="LiveId" clId="{75D89BBE-6750-4836-8A6C-3647A355B6D2}" dt="2026-04-16T05:01:58.207" v="1964" actId="931"/>
          <ac:spMkLst>
            <pc:docMk/>
            <pc:sldMk cId="2971251357" sldId="266"/>
            <ac:spMk id="3" creationId="{8C4097AA-D228-AB08-9863-D7B2F87E06F2}"/>
          </ac:spMkLst>
        </pc:spChg>
        <pc:spChg chg="add del mod">
          <ac:chgData name="Hayden Lamprecht" userId="9117dadff98bc9a8" providerId="LiveId" clId="{75D89BBE-6750-4836-8A6C-3647A355B6D2}" dt="2026-04-16T07:52:46.652" v="2169" actId="20577"/>
          <ac:spMkLst>
            <pc:docMk/>
            <pc:sldMk cId="2971251357" sldId="266"/>
            <ac:spMk id="6" creationId="{556BA39C-51F6-20B0-CAFE-8491FEAC8A93}"/>
          </ac:spMkLst>
        </pc:spChg>
        <pc:spChg chg="add del mod">
          <ac:chgData name="Hayden Lamprecht" userId="9117dadff98bc9a8" providerId="LiveId" clId="{75D89BBE-6750-4836-8A6C-3647A355B6D2}" dt="2026-04-16T08:03:09.683" v="2252" actId="931"/>
          <ac:spMkLst>
            <pc:docMk/>
            <pc:sldMk cId="2971251357" sldId="266"/>
            <ac:spMk id="8" creationId="{C2648606-3EF5-EAD1-ACE9-E2FF078EBDF9}"/>
          </ac:spMkLst>
        </pc:spChg>
        <pc:picChg chg="add del mod ord">
          <ac:chgData name="Hayden Lamprecht" userId="9117dadff98bc9a8" providerId="LiveId" clId="{75D89BBE-6750-4836-8A6C-3647A355B6D2}" dt="2026-04-16T08:01:43.553" v="2251" actId="21"/>
          <ac:picMkLst>
            <pc:docMk/>
            <pc:sldMk cId="2971251357" sldId="266"/>
            <ac:picMk id="5" creationId="{40C5DB64-2439-293C-4678-A739386C262C}"/>
          </ac:picMkLst>
        </pc:picChg>
        <pc:picChg chg="add mod ord">
          <ac:chgData name="Hayden Lamprecht" userId="9117dadff98bc9a8" providerId="LiveId" clId="{75D89BBE-6750-4836-8A6C-3647A355B6D2}" dt="2026-04-16T08:03:19.737" v="2255" actId="14100"/>
          <ac:picMkLst>
            <pc:docMk/>
            <pc:sldMk cId="2971251357" sldId="266"/>
            <ac:picMk id="10" creationId="{12E0BE51-528C-7953-97EA-611ED0601AA1}"/>
          </ac:picMkLst>
        </pc:picChg>
      </pc:sldChg>
      <pc:sldChg chg="addSp delSp modSp new mod">
        <pc:chgData name="Hayden Lamprecht" userId="9117dadff98bc9a8" providerId="LiveId" clId="{75D89BBE-6750-4836-8A6C-3647A355B6D2}" dt="2026-04-16T08:04:27.082" v="2370" actId="20577"/>
        <pc:sldMkLst>
          <pc:docMk/>
          <pc:sldMk cId="1261220849" sldId="267"/>
        </pc:sldMkLst>
        <pc:spChg chg="mod">
          <ac:chgData name="Hayden Lamprecht" userId="9117dadff98bc9a8" providerId="LiveId" clId="{75D89BBE-6750-4836-8A6C-3647A355B6D2}" dt="2026-04-16T07:52:59.065" v="2175" actId="20577"/>
          <ac:spMkLst>
            <pc:docMk/>
            <pc:sldMk cId="1261220849" sldId="267"/>
            <ac:spMk id="2" creationId="{FEAE23C2-AF1E-A4CF-8FA1-9E51CF83BA0A}"/>
          </ac:spMkLst>
        </pc:spChg>
        <pc:spChg chg="del">
          <ac:chgData name="Hayden Lamprecht" userId="9117dadff98bc9a8" providerId="LiveId" clId="{75D89BBE-6750-4836-8A6C-3647A355B6D2}" dt="2026-04-16T08:03:32.727" v="2256" actId="931"/>
          <ac:spMkLst>
            <pc:docMk/>
            <pc:sldMk cId="1261220849" sldId="267"/>
            <ac:spMk id="3" creationId="{DD6B979B-84EA-718A-50A4-77E87ECA895E}"/>
          </ac:spMkLst>
        </pc:spChg>
        <pc:spChg chg="add mod">
          <ac:chgData name="Hayden Lamprecht" userId="9117dadff98bc9a8" providerId="LiveId" clId="{75D89BBE-6750-4836-8A6C-3647A355B6D2}" dt="2026-04-16T08:04:27.082" v="2370" actId="20577"/>
          <ac:spMkLst>
            <pc:docMk/>
            <pc:sldMk cId="1261220849" sldId="267"/>
            <ac:spMk id="6" creationId="{73169073-2B6E-D87D-0903-40FF8671514D}"/>
          </ac:spMkLst>
        </pc:spChg>
        <pc:picChg chg="add mod ord">
          <ac:chgData name="Hayden Lamprecht" userId="9117dadff98bc9a8" providerId="LiveId" clId="{75D89BBE-6750-4836-8A6C-3647A355B6D2}" dt="2026-04-16T08:04:11.665" v="2320" actId="14100"/>
          <ac:picMkLst>
            <pc:docMk/>
            <pc:sldMk cId="1261220849" sldId="267"/>
            <ac:picMk id="5" creationId="{22A4FCD1-5578-1E9A-2259-25CBFCA9D96B}"/>
          </ac:picMkLst>
        </pc:picChg>
      </pc:sldChg>
      <pc:sldChg chg="addSp delSp modSp new mod">
        <pc:chgData name="Hayden Lamprecht" userId="9117dadff98bc9a8" providerId="LiveId" clId="{75D89BBE-6750-4836-8A6C-3647A355B6D2}" dt="2026-04-16T12:58:24.365" v="2707" actId="14100"/>
        <pc:sldMkLst>
          <pc:docMk/>
          <pc:sldMk cId="796913952" sldId="268"/>
        </pc:sldMkLst>
        <pc:spChg chg="mod">
          <ac:chgData name="Hayden Lamprecht" userId="9117dadff98bc9a8" providerId="LiveId" clId="{75D89BBE-6750-4836-8A6C-3647A355B6D2}" dt="2026-04-16T12:57:01.631" v="2704" actId="20577"/>
          <ac:spMkLst>
            <pc:docMk/>
            <pc:sldMk cId="796913952" sldId="268"/>
            <ac:spMk id="2" creationId="{576859A5-071A-913E-3523-C4A63808AF99}"/>
          </ac:spMkLst>
        </pc:spChg>
        <pc:spChg chg="del">
          <ac:chgData name="Hayden Lamprecht" userId="9117dadff98bc9a8" providerId="LiveId" clId="{75D89BBE-6750-4836-8A6C-3647A355B6D2}" dt="2026-04-16T12:58:18.645" v="2705" actId="931"/>
          <ac:spMkLst>
            <pc:docMk/>
            <pc:sldMk cId="796913952" sldId="268"/>
            <ac:spMk id="3" creationId="{223DC512-6457-121B-03FE-C0BD0CAB858B}"/>
          </ac:spMkLst>
        </pc:spChg>
        <pc:picChg chg="add mod ord">
          <ac:chgData name="Hayden Lamprecht" userId="9117dadff98bc9a8" providerId="LiveId" clId="{75D89BBE-6750-4836-8A6C-3647A355B6D2}" dt="2026-04-16T12:58:24.365" v="2707" actId="14100"/>
          <ac:picMkLst>
            <pc:docMk/>
            <pc:sldMk cId="796913952" sldId="268"/>
            <ac:picMk id="5" creationId="{E2403C3D-5106-61B6-E692-8AA55632B5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BB9D2-26B0-4D2B-A108-DD6B4BC080B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7F6BB-3E59-4E29-9BFD-F9F7BB7F5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7F6BB-3E59-4E29-9BFD-F9F7BB7F5D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2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34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9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6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6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5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47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8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8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0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1881DA-1B4A-4782-A1DD-0FD4E92C278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EDAB7F-79F4-4E77-BC8F-83D49FC904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33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E7CC-F08B-392B-68FA-A0766748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does it take to get in the MLB Hall of Fame?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E2E1F-17B6-67CB-2229-BAF3E1BD2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Hayden Lamprecht</a:t>
            </a:r>
          </a:p>
        </p:txBody>
      </p:sp>
    </p:spTree>
    <p:extLst>
      <p:ext uri="{BB962C8B-B14F-4D97-AF65-F5344CB8AC3E}">
        <p14:creationId xmlns:p14="http://schemas.microsoft.com/office/powerpoint/2010/main" val="27424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B479-1DFF-090E-AB5E-F6A9FCF7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4589-F4A6-DA60-0A13-DA40E7FD8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89103-A675-8A71-3A35-CBB42732F3E2}"/>
              </a:ext>
            </a:extLst>
          </p:cNvPr>
          <p:cNvSpPr txBox="1"/>
          <p:nvPr/>
        </p:nvSpPr>
        <p:spPr>
          <a:xfrm>
            <a:off x="1097280" y="2046514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WAR (Wins above Replacement) is a key metric in measuring a baseball player’s value to their team.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estimates how many more games a player helped their team win compared to a replacement level player.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WAR is split up into pitching WAR and batting WAR and utilizes all major stats to calculate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Using Total WAR and Years played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was acquired from Baseball-Reference.com and the Lahman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268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154A-2727-366B-75DD-2866BE1E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BA39C-51F6-20B0-CAFE-8491FEAC8A93}"/>
              </a:ext>
            </a:extLst>
          </p:cNvPr>
          <p:cNvSpPr txBox="1"/>
          <p:nvPr/>
        </p:nvSpPr>
        <p:spPr>
          <a:xfrm>
            <a:off x="1097280" y="1839685"/>
            <a:ext cx="86191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collected: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992 observations of 87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Hits, Homeruns, RBIs, Walks, Strikeouts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ERA, Innings Pitched,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2E0BE51-528C-7953-97EA-611ED0601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700" y="1839685"/>
            <a:ext cx="5061385" cy="439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23C2-AF1E-A4CF-8FA1-9E51CF83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4FCD1-5578-1E9A-2259-25CBFCA9D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075579"/>
            <a:ext cx="8202229" cy="2922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69073-2B6E-D87D-0903-40FF8671514D}"/>
              </a:ext>
            </a:extLst>
          </p:cNvPr>
          <p:cNvSpPr txBox="1"/>
          <p:nvPr/>
        </p:nvSpPr>
        <p:spPr>
          <a:xfrm>
            <a:off x="1097281" y="2002971"/>
            <a:ext cx="1005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Filtered dataset to only include retired players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Mainly focus on total WAR and Years played</a:t>
            </a:r>
          </a:p>
        </p:txBody>
      </p:sp>
    </p:spTree>
    <p:extLst>
      <p:ext uri="{BB962C8B-B14F-4D97-AF65-F5344CB8AC3E}">
        <p14:creationId xmlns:p14="http://schemas.microsoft.com/office/powerpoint/2010/main" val="126122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F59D0-A487-2A87-8FD5-B9BE1C65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Previous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8C65C0-0960-2909-36FD-96D32B192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endParaRPr lang="en-US" sz="1500" dirty="0">
              <a:solidFill>
                <a:srgbClr val="FFFFFF"/>
              </a:solidFill>
            </a:endParaRPr>
          </a:p>
          <a:p>
            <a:r>
              <a:rPr lang="en-US" sz="1500" dirty="0">
                <a:solidFill>
                  <a:srgbClr val="FFFFFF"/>
                </a:solidFill>
              </a:rPr>
              <a:t>Why does linear not 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HOF is a dummy variable (1/0)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Assumes constant effect across all positions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2D919-61B8-7A2B-8886-7175AA811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644503"/>
            <a:ext cx="6798082" cy="356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3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0466-0710-FE7E-DF83-4E9FDF8D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CBED-85EC-12D7-723B-33B55383C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Probit/Logit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Assumes the same WAR effect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Fixed effects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Would not affect the slopes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Separate positional regressions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Too noisy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Random Coefficients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Random coefficients shows the WAR effect varied by position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Partially pools information across groups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Implements shrinkage</a:t>
            </a:r>
          </a:p>
        </p:txBody>
      </p:sp>
    </p:spTree>
    <p:extLst>
      <p:ext uri="{BB962C8B-B14F-4D97-AF65-F5344CB8AC3E}">
        <p14:creationId xmlns:p14="http://schemas.microsoft.com/office/powerpoint/2010/main" val="386676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2966-8802-16C8-9649-211E88D95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01660-A730-845F-A99F-E887C6B66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Players differ in how WAR matters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WAR distribution is structured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  <a:p>
            <a:pPr marL="0" indent="0">
              <a:buClr>
                <a:schemeClr val="tx1"/>
              </a:buClr>
              <a:buNone/>
            </a:pPr>
            <a:r>
              <a:rPr lang="en-US" dirty="0"/>
              <a:t>A questionable assumption: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Random coefficients are independent of regressors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Clr>
                <a:schemeClr val="tx1"/>
              </a:buClr>
              <a:buNone/>
            </a:pPr>
            <a:r>
              <a:rPr lang="en-US" dirty="0"/>
              <a:t>Random coefficients are still a step up from a linear model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45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5491-8A39-A081-9C7C-D5E9BEA3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79A1-FBAB-EF81-3FF4-00B54F3D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Years							Without Years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EF15A-46D8-6E9F-C55E-F8A95BA7F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310420"/>
            <a:ext cx="4950310" cy="2871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115004-6FED-CBFA-51E3-CDD83CF6F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694" y="2310420"/>
            <a:ext cx="5296064" cy="287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0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59A5-071A-913E-3523-C4A63808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403C3D-5106-61B6-E692-8AA55632B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89627"/>
            <a:ext cx="7713599" cy="360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1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5F305-94E6-B4C0-A932-B8870117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BE85-DA91-2F1C-890F-5891AFBEE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WAR does not vary as much as expected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WAR possibly already counts for positional adjustments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Definite omitted variable bias: awards, championships, era played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More correlation than causation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Fixed effects, logit, or interaction models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 Locating better variables</a:t>
            </a:r>
          </a:p>
        </p:txBody>
      </p:sp>
    </p:spTree>
    <p:extLst>
      <p:ext uri="{BB962C8B-B14F-4D97-AF65-F5344CB8AC3E}">
        <p14:creationId xmlns:p14="http://schemas.microsoft.com/office/powerpoint/2010/main" val="39132363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622</TotalTime>
  <Words>299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Retrospect</vt:lpstr>
      <vt:lpstr>What does it take to get in the MLB Hall of Fame?</vt:lpstr>
      <vt:lpstr>What is WAR?</vt:lpstr>
      <vt:lpstr>Data</vt:lpstr>
      <vt:lpstr>Data</vt:lpstr>
      <vt:lpstr>Previous model</vt:lpstr>
      <vt:lpstr>Solutions</vt:lpstr>
      <vt:lpstr>Assumptions</vt:lpstr>
      <vt:lpstr>Findings</vt:lpstr>
      <vt:lpstr>Findings</vt:lpstr>
      <vt:lpstr>Critical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Hayden Lamprecht</dc:creator>
  <cp:lastModifiedBy>Hayden Lamprecht</cp:lastModifiedBy>
  <cp:revision>1</cp:revision>
  <dcterms:created xsi:type="dcterms:W3CDTF">2026-04-15T22:31:31Z</dcterms:created>
  <dcterms:modified xsi:type="dcterms:W3CDTF">2026-04-16T12:58:29Z</dcterms:modified>
</cp:coreProperties>
</file>