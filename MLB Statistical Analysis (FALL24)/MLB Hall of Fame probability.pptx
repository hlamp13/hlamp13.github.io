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774636-DA77-4ED9-837F-12BA59207933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E6E293-1CEF-4F4B-AFD4-6C0B76F1D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973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Explanation on next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6E293-1CEF-4F4B-AFD4-6C0B76F1DB3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16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Further explain what WAR is and how all-star selections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6E293-1CEF-4F4B-AFD4-6C0B76F1DB3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404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Further explain how data was listed and hall of fame qualifications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6E293-1CEF-4F4B-AFD4-6C0B76F1DB3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24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6E293-1CEF-4F4B-AFD4-6C0B76F1DB3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4267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6E293-1CEF-4F4B-AFD4-6C0B76F1DB3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063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over r squared + f stat + </a:t>
            </a:r>
            <a:r>
              <a:rPr lang="en-US" dirty="0" err="1"/>
              <a:t>ind</a:t>
            </a:r>
            <a:r>
              <a:rPr lang="en-US" dirty="0"/>
              <a:t> significance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6E293-1CEF-4F4B-AFD4-6C0B76F1DB3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80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CF65-C1C5-4506-B4D3-8FC9F593DD44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FF9A37AB-F782-4A1B-8A3A-85FAD3F27B8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869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CF65-C1C5-4506-B4D3-8FC9F593DD44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37AB-F782-4A1B-8A3A-85FAD3F27B88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7042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CF65-C1C5-4506-B4D3-8FC9F593DD44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37AB-F782-4A1B-8A3A-85FAD3F27B8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9924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CF65-C1C5-4506-B4D3-8FC9F593DD44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37AB-F782-4A1B-8A3A-85FAD3F27B88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128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CF65-C1C5-4506-B4D3-8FC9F593DD44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37AB-F782-4A1B-8A3A-85FAD3F27B88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6071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CF65-C1C5-4506-B4D3-8FC9F593DD44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37AB-F782-4A1B-8A3A-85FAD3F27B88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8068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CF65-C1C5-4506-B4D3-8FC9F593DD44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37AB-F782-4A1B-8A3A-85FAD3F27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130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CF65-C1C5-4506-B4D3-8FC9F593DD44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37AB-F782-4A1B-8A3A-85FAD3F27B88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26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8B3CF65-C1C5-4506-B4D3-8FC9F593DD44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37AB-F782-4A1B-8A3A-85FAD3F27B88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302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CF65-C1C5-4506-B4D3-8FC9F593DD44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37AB-F782-4A1B-8A3A-85FAD3F27B88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703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CF65-C1C5-4506-B4D3-8FC9F593DD44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37AB-F782-4A1B-8A3A-85FAD3F27B8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715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3CF65-C1C5-4506-B4D3-8FC9F593DD44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F9A37AB-F782-4A1B-8A3A-85FAD3F27B8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656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69834E-5EEE-4D61-833E-049288964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E5D9BA-46E7-4BFA-9C74-75495BF6F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033D76-5800-44B6-AFE9-EE2106935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1" y="638508"/>
            <a:ext cx="10905339" cy="484343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2D6F85-FFBA-4F81-AEE5-AAA17CB7A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204" y="865667"/>
            <a:ext cx="10451592" cy="4389120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3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B31514-E6DF-4357-9EEA-EFB79830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796" y="1030259"/>
            <a:ext cx="10122408" cy="4059936"/>
          </a:xfrm>
          <a:prstGeom prst="rect">
            <a:avLst/>
          </a:prstGeom>
          <a:ln>
            <a:solidFill>
              <a:srgbClr val="949494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B18EA2-47FE-9C24-2778-A99E2651A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7071" y="1584552"/>
            <a:ext cx="9099255" cy="2537251"/>
          </a:xfrm>
        </p:spPr>
        <p:txBody>
          <a:bodyPr anchor="ctr">
            <a:normAutofit/>
          </a:bodyPr>
          <a:lstStyle/>
          <a:p>
            <a:pPr algn="ctr"/>
            <a:r>
              <a:rPr lang="en-US" sz="7200" dirty="0">
                <a:solidFill>
                  <a:srgbClr val="454545"/>
                </a:solidFill>
              </a:rPr>
              <a:t>MLB Hall of Fame probability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7BFAE9-4024-6E50-A3BA-8FDAB7914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5372" y="4133234"/>
            <a:ext cx="9120954" cy="74437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Hayden Lamprecht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401D57-600A-4C91-AC9A-14CA1ED6F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2BDC66-00FA-4A3F-9BC7-BE05FF77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60479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28799-548D-66E2-539F-FF578B931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D3164-3788-E877-3179-13CE36556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Do players with higher stats get into the Hall of Fame quicker?</a:t>
            </a:r>
          </a:p>
          <a:p>
            <a:pPr marL="0" indent="0">
              <a:buNone/>
            </a:pPr>
            <a:r>
              <a:rPr lang="en-US" dirty="0"/>
              <a:t>Dependent Variable:</a:t>
            </a:r>
          </a:p>
          <a:p>
            <a:r>
              <a:rPr lang="en-US" dirty="0"/>
              <a:t>Years to Hall of Fame</a:t>
            </a:r>
          </a:p>
          <a:p>
            <a:pPr marL="0" indent="0">
              <a:buNone/>
            </a:pPr>
            <a:r>
              <a:rPr lang="en-US" dirty="0"/>
              <a:t>Independent Variables:</a:t>
            </a:r>
          </a:p>
          <a:p>
            <a:r>
              <a:rPr lang="en-US" dirty="0"/>
              <a:t>WAR/Season</a:t>
            </a:r>
          </a:p>
          <a:p>
            <a:r>
              <a:rPr lang="en-US" dirty="0"/>
              <a:t>All-Star Appearances</a:t>
            </a:r>
          </a:p>
        </p:txBody>
      </p:sp>
    </p:spTree>
    <p:extLst>
      <p:ext uri="{BB962C8B-B14F-4D97-AF65-F5344CB8AC3E}">
        <p14:creationId xmlns:p14="http://schemas.microsoft.com/office/powerpoint/2010/main" val="363244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7E0A1-A55A-B68E-D402-6BB987500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 of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DE524-7573-ED82-7056-52816FE6C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Years to Hall of Fame:</a:t>
            </a:r>
          </a:p>
          <a:p>
            <a:r>
              <a:rPr lang="en-US" dirty="0"/>
              <a:t>Difference between the year a player was inducted into the hall of fame and the year the player retired</a:t>
            </a:r>
          </a:p>
          <a:p>
            <a:pPr marL="0" indent="0">
              <a:buNone/>
            </a:pPr>
            <a:r>
              <a:rPr lang="en-US" dirty="0"/>
              <a:t>WAR/Season:</a:t>
            </a:r>
          </a:p>
          <a:p>
            <a:r>
              <a:rPr lang="en-US" dirty="0"/>
              <a:t>WAR (wins above replacement) measures a player’s overall value to their team</a:t>
            </a:r>
          </a:p>
          <a:p>
            <a:pPr lvl="1"/>
            <a:r>
              <a:rPr lang="en-US" dirty="0"/>
              <a:t>Taken as per season because of varying number of seasons played</a:t>
            </a:r>
          </a:p>
          <a:p>
            <a:pPr marL="0" indent="0">
              <a:buNone/>
            </a:pPr>
            <a:r>
              <a:rPr lang="en-US" dirty="0"/>
              <a:t>All-Star Appearances:</a:t>
            </a:r>
          </a:p>
          <a:p>
            <a:r>
              <a:rPr lang="en-US" dirty="0"/>
              <a:t>Each season has an All-Star game which takes the top players at each position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674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F1A60-5E41-E901-6EF4-A0A1A068C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99004-D08E-C56F-95E1-5FBEEEDD5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All data was pulled from BaseballReference.com</a:t>
            </a:r>
          </a:p>
          <a:p>
            <a:r>
              <a:rPr lang="en-US" dirty="0"/>
              <a:t>Pulled top 500 WARs of all time</a:t>
            </a:r>
          </a:p>
          <a:p>
            <a:r>
              <a:rPr lang="en-US" dirty="0"/>
              <a:t>Pulled complete list of Hall of Fame players</a:t>
            </a:r>
          </a:p>
          <a:p>
            <a:r>
              <a:rPr lang="en-US" dirty="0"/>
              <a:t>Combined data sets</a:t>
            </a:r>
          </a:p>
          <a:p>
            <a:r>
              <a:rPr lang="en-US" dirty="0"/>
              <a:t>Deleted players who were not yet retired and not in the Hall of Fame</a:t>
            </a:r>
          </a:p>
          <a:p>
            <a:r>
              <a:rPr lang="en-US" dirty="0"/>
              <a:t>Deleted players whose career began before 1933 (all-star game)</a:t>
            </a:r>
          </a:p>
          <a:p>
            <a:r>
              <a:rPr lang="en-US" dirty="0"/>
              <a:t>Also deleted players who do not fit current Hall of Fame qualifications</a:t>
            </a:r>
          </a:p>
          <a:p>
            <a:pPr lvl="1"/>
            <a:r>
              <a:rPr lang="en-US" dirty="0"/>
              <a:t>10 years of experience and 5 years of retirement</a:t>
            </a:r>
          </a:p>
        </p:txBody>
      </p:sp>
    </p:spTree>
    <p:extLst>
      <p:ext uri="{BB962C8B-B14F-4D97-AF65-F5344CB8AC3E}">
        <p14:creationId xmlns:p14="http://schemas.microsoft.com/office/powerpoint/2010/main" val="368430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8F9DE-4F8D-B508-0386-726C95DD8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848B4-F601-323E-61C4-87667A545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3930580" cy="4080626"/>
          </a:xfrm>
        </p:spPr>
        <p:txBody>
          <a:bodyPr/>
          <a:lstStyle/>
          <a:p>
            <a:r>
              <a:rPr lang="en-US" dirty="0"/>
              <a:t>Added equation to calculate the years to Hall of Fame</a:t>
            </a:r>
          </a:p>
          <a:p>
            <a:r>
              <a:rPr lang="en-US" dirty="0"/>
              <a:t>Added equation to calculate WAR/Season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table with numbers and text">
            <a:extLst>
              <a:ext uri="{FF2B5EF4-FFF2-40B4-BE49-F238E27FC236}">
                <a16:creationId xmlns:a16="http://schemas.microsoft.com/office/drawing/2014/main" id="{677C78EE-E0DE-2B96-2DF8-DE1B2F9179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931716"/>
            <a:ext cx="5568454" cy="416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013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AFA8-189A-6078-189C-F4CA97174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 stats</a:t>
            </a:r>
          </a:p>
        </p:txBody>
      </p:sp>
      <p:pic>
        <p:nvPicPr>
          <p:cNvPr id="7" name="Content Placeholder 6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44D82172-A7B9-6A89-8DB5-C737D92F48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579" y="1935007"/>
            <a:ext cx="8622700" cy="4118474"/>
          </a:xfrm>
        </p:spPr>
      </p:pic>
    </p:spTree>
    <p:extLst>
      <p:ext uri="{BB962C8B-B14F-4D97-AF65-F5344CB8AC3E}">
        <p14:creationId xmlns:p14="http://schemas.microsoft.com/office/powerpoint/2010/main" val="1615879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AFA1C-D6A5-C390-0DA3-4EABB8153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Expectations of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E0184-E4E4-EE0F-72BB-D1E1F2385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6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Years to HOF = B</a:t>
            </a:r>
            <a:r>
              <a:rPr lang="en-US" sz="2600" kern="100" baseline="-25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0</a:t>
            </a:r>
            <a:r>
              <a:rPr lang="en-US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- B</a:t>
            </a:r>
            <a:r>
              <a:rPr lang="en-US" sz="2600" kern="100" baseline="-25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</a:t>
            </a:r>
            <a:r>
              <a:rPr lang="en-US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WAR/Season - B</a:t>
            </a:r>
            <a:r>
              <a:rPr lang="en-US" sz="2600" kern="100" baseline="-25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en-US" sz="2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All-Star Appearances + e</a:t>
            </a:r>
            <a:endParaRPr lang="en-US" sz="2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32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8266A-C8AD-5999-5C9E-DD21FDEB6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9" name="Content Placeholder 8" descr="A screenshot of a data&#10;&#10;Description automatically generated">
            <a:extLst>
              <a:ext uri="{FF2B5EF4-FFF2-40B4-BE49-F238E27FC236}">
                <a16:creationId xmlns:a16="http://schemas.microsoft.com/office/drawing/2014/main" id="{F32D5C0F-1897-EA93-9EE9-A0FC2CFFB6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579" y="1979852"/>
            <a:ext cx="9610183" cy="3713025"/>
          </a:xfrm>
        </p:spPr>
      </p:pic>
    </p:spTree>
    <p:extLst>
      <p:ext uri="{BB962C8B-B14F-4D97-AF65-F5344CB8AC3E}">
        <p14:creationId xmlns:p14="http://schemas.microsoft.com/office/powerpoint/2010/main" val="4117829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8959-8CC2-2DAA-4D6D-A8C4BB59D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D284B-F2D8-3A5D-8F05-2800382CF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is significant (F=8.28 ; p=0.0004)</a:t>
            </a:r>
          </a:p>
          <a:p>
            <a:r>
              <a:rPr lang="en-US" dirty="0"/>
              <a:t>All-Star appearances is not significant</a:t>
            </a:r>
          </a:p>
          <a:p>
            <a:r>
              <a:rPr lang="en-US" dirty="0"/>
              <a:t>Low R Squared (10.15%)</a:t>
            </a:r>
          </a:p>
          <a:p>
            <a:r>
              <a:rPr lang="en-US" dirty="0"/>
              <a:t>Multicollinearity?</a:t>
            </a:r>
          </a:p>
          <a:p>
            <a:r>
              <a:rPr lang="en-US" dirty="0"/>
              <a:t>Solutions?</a:t>
            </a:r>
          </a:p>
          <a:p>
            <a:endParaRPr lang="en-US" dirty="0"/>
          </a:p>
        </p:txBody>
      </p:sp>
      <p:pic>
        <p:nvPicPr>
          <p:cNvPr id="7" name="Picture 6" descr="A screenshot of a cell phone">
            <a:extLst>
              <a:ext uri="{FF2B5EF4-FFF2-40B4-BE49-F238E27FC236}">
                <a16:creationId xmlns:a16="http://schemas.microsoft.com/office/drawing/2014/main" id="{C066158B-F530-0724-4603-40D915AA7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8391" y="3429000"/>
            <a:ext cx="4046463" cy="108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6625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635</TotalTime>
  <Words>296</Words>
  <Application>Microsoft Office PowerPoint</Application>
  <PresentationFormat>Widescreen</PresentationFormat>
  <Paragraphs>51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Gill Sans MT</vt:lpstr>
      <vt:lpstr>Times New Roman</vt:lpstr>
      <vt:lpstr>Gallery</vt:lpstr>
      <vt:lpstr>MLB Hall of Fame probability</vt:lpstr>
      <vt:lpstr>Research Question</vt:lpstr>
      <vt:lpstr>Explanation of variables</vt:lpstr>
      <vt:lpstr>data</vt:lpstr>
      <vt:lpstr>data</vt:lpstr>
      <vt:lpstr>Desc stats</vt:lpstr>
      <vt:lpstr>Expectations of model</vt:lpstr>
      <vt:lpstr>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Lamprecht, Hayden C</dc:creator>
  <cp:lastModifiedBy>Lamprecht, Hayden C</cp:lastModifiedBy>
  <cp:revision>3</cp:revision>
  <dcterms:created xsi:type="dcterms:W3CDTF">2024-12-02T21:39:05Z</dcterms:created>
  <dcterms:modified xsi:type="dcterms:W3CDTF">2024-12-03T16:23:37Z</dcterms:modified>
</cp:coreProperties>
</file>